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11"/>
  </p:notesMasterIdLst>
  <p:handoutMasterIdLst>
    <p:handoutMasterId r:id="rId12"/>
  </p:handoutMasterIdLst>
  <p:sldIdLst>
    <p:sldId id="264" r:id="rId5"/>
    <p:sldId id="266" r:id="rId6"/>
    <p:sldId id="265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469"/>
  </p:normalViewPr>
  <p:slideViewPr>
    <p:cSldViewPr snapToGrid="0">
      <p:cViewPr varScale="1">
        <p:scale>
          <a:sx n="159" d="100"/>
          <a:sy n="159" d="100"/>
        </p:scale>
        <p:origin x="15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7C0DEB-4AE1-EA4D-826D-E3C22802B94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A42598-CA8F-5141-9F98-7018240FA78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3C345D-F56F-0743-AB88-4EB3E35EF63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94B28A-4C74-C14A-960D-ABD28BCC0EB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D23C-B1EB-604C-96F1-0CF64015D15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1430-0446-F343-817C-D9D2C78891B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FF77-C2BC-3842-9757-C2EBADB3409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0AB2-23BC-3043-AC30-5928E542C0C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4C61-4277-DA47-BF4A-DCEFD7F4C6B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1C53B-D534-AA48-85B3-4F5B03DDCBA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A7CB4E-BD8C-8E4D-91FF-B1939559C13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42E188-D61A-9842-B8A2-1559B339961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0C1909-8EA0-3E44-B1AC-A9EA5658423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52DD5A-B150-8340-8E59-4C8F3F7E3A5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D936B8-E398-1A41-8DE9-58DDB113FEE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2752B3-7BF7-614C-A80A-1256FFE41AD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482BA7-8406-1C47-9A76-988652CA578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F03E26-E542-1A4D-AC7A-1E4E95BAEC6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5476B0-E2C7-E147-B9CE-3E274E847A5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D7DCC1-5043-7A46-8443-F8426D5EAB75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2963D-70FD-3A42-A53A-2480966C033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A8FB16-FCFB-DA44-98E9-136CD51670D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EFB3A8-11B5-7149-8412-15238624EFF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0FCFAB-53E3-A342-A296-D67E0AB8D0C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C46901-11EF-4445-8903-DC36784F331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5C750C-98D3-2541-9DBA-212130458E4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C99844-6C9E-BB4D-8B47-7C2CC32AAC0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82611-C0A2-BD42-A8F7-C2F9A013F10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48417B-2BA9-FC42-993A-F5CAB8ABAB3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956DE8-31F3-0C48-AD89-A99E39B5E35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47F170-621E-394E-A3F2-D37D14C6B27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FEB256-000B-7640-A176-A6ED88FB302B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187FAD-DCB9-3D4B-B066-9000219F05FB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9C5B77-1EC5-224E-B44E-9B786878273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F601A6-19D3-EB49-B7F2-A9801AE13DA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DCFA2C-3BE3-964B-9AAF-C20CC59CEE4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A3CDA5-1015-3148-A386-36088AF5334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12E8AA-E35F-CF44-B5A4-3B5EDD4AC3F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FF3B4E-61F2-9C45-A7C9-0649FA3F05A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A289B-0B17-4246-8E33-E89C12A9084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2CDE-5B88-E044-9012-03F4795B046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2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6D1D-DE21-9B42-8106-8CD72DA85F7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7DC2-592A-C24E-8E32-92959310D82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17FF52-3D92-5045-83B3-191BF759FA8D}" type="datetime1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C67708-7A94-8245-80C8-4B4702495DB1}" type="datetime1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A90753-8D45-EB44-AB23-49A6290D6DA6}" type="datetime1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059AB6-B751-F44D-A28C-E19CFA261A8F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B7459A-9905-1A4B-AB1A-C91FAC752AC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55AB00-997D-D540-BC20-37B7E62B26C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F3ECCF-2CCD-CA4B-8712-AE4484B24AE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42A74-7D23-DC49-91AA-85B24B3B8A0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A0247B-8639-BE4B-9EB6-99BF33B2FE5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2FAA25-3923-0740-83DA-275C59DD459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1B52C7-37F9-BD40-8BE5-16C7107F6B2A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6739503E-9C75-484A-A764-D9D8121AAE05}" type="datetime1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C534-D45B-C515-59E3-4C260019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/>
          <a:lstStyle/>
          <a:p>
            <a:r>
              <a:rPr lang="ru-RU" dirty="0"/>
              <a:t>Серные грозы бернарда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50508-6902-F575-FCC4-234E6821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/>
          <a:lstStyle/>
          <a:p>
            <a:r>
              <a:rPr lang="ru-RU" dirty="0"/>
              <a:t>Команда «Экспоненты»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95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D1D8-D8ED-4D9B-9C6D-27A521E2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Планета</a:t>
            </a:r>
            <a:endParaRPr lang="en-15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E4523-D329-C2D0-B94D-3F7903DC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51F4F-EFE7-535D-FC5B-0E50ACB28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Сильно скалистая, полностью непригодная для органической жизни планета, вращающаяся вокруг красного карлика бернарда, в 6 световых годах от земли. Является самой близкой к звезде планетой, и имеет 2 спутника, один из них настолько близок и массивен, что их вращение между собой синхронизировано, что привело к эллиптической деформации планеты. Атмосфера состоит практически полностью из серы и её соединений, изза чего планета полностью покрыта непрозрачным туманом. Близость к собственной звезде нагрела планету до 150</a:t>
            </a:r>
            <a:r>
              <a:rPr lang="en-US" dirty="0"/>
              <a:t>C</a:t>
            </a:r>
            <a:r>
              <a:rPr lang="ru-RU" dirty="0"/>
              <a:t>.</a:t>
            </a:r>
            <a:endParaRPr lang="en-1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B15EF-3266-5015-BC34-059A7870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52B3-7BF7-614C-A80A-1256FFE41AD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68511-03A4-3BA0-FC36-AAD08255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25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14A0-1D5C-FCA1-55AB-847B1AD9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 жизни</a:t>
            </a:r>
            <a:endParaRPr lang="en-15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68AC7-0212-1C76-638E-DB8783E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8584D-BBDE-700B-16D5-31C58AB4FD4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Грозовые облака серы могут накапливать огромные электрические заряды, и благодаря высокой проводимости атмосферы, передавать их между собой, или выпускать в скалистую породу своей планеты.</a:t>
            </a:r>
            <a:br>
              <a:rPr lang="ru-RU" dirty="0"/>
            </a:br>
            <a:r>
              <a:rPr lang="ru-RU" dirty="0"/>
              <a:t>Эти заряды притягивают и отталкивают их между собой, а быстрые ветра перегоняют их с одного конца планеты на другой за считанные часы.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5421-C4CC-E0A7-C5D1-5D8A18BA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1909-8EA0-3E44-B1AC-A9EA5658423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5076-77FA-38B0-1BD3-DC61CC33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7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E0B1-BD6F-6163-22F4-12E597F8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проекта</a:t>
            </a:r>
            <a:endParaRPr lang="en-15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8FBDB-59C7-8B4C-240D-9C50C06B4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EC65F-9281-CCD9-EB61-83176875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Наш проект показывает возможную эволюции системы грозовых облаков на ранее описанной планете, при разных параметрах планеты, её атмосферы, а также её спутников. Проект реализуется с целью доступно, и наглядно показать как симуляционные модели могут использоваться для моделирования поведения простых объектов, дающих более сложные взаимодействия в группах.</a:t>
            </a:r>
            <a:endParaRPr lang="en-1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C2EA8-280A-740D-63A2-9FB98640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52B3-7BF7-614C-A80A-1256FFE41AD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E0955-78B7-4467-6F3A-FA5A2A6B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33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28D5-9B68-2BCA-937D-6C8151F8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проекта</a:t>
            </a:r>
            <a:endParaRPr lang="en-15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0481A-8DE4-6439-6826-B4F97F62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95976-9042-47D3-4E0A-CB8F0EC087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Используется наиболее простая архитектура, состоящая только из фронтенда</a:t>
            </a:r>
          </a:p>
          <a:p>
            <a:r>
              <a:rPr lang="ru-RU" dirty="0"/>
              <a:t>Работа с данными происходит полностью на стороне пользователя</a:t>
            </a:r>
          </a:p>
          <a:p>
            <a:r>
              <a:rPr lang="ru-RU" dirty="0"/>
              <a:t>Поделиться экспериментами можно при помощи импорта и экспорта настроек и состояний симуляции.</a:t>
            </a:r>
            <a:endParaRPr lang="en-1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F353C-3224-5B56-B619-72AA57E7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82BA7-8406-1C47-9A76-988652CA578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E1639-69BC-E37C-C800-D81E97D6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1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1ABC-BA27-6C84-0CE5-40BE5E51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Спасибо за внимание!</a:t>
            </a:r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84868-A269-439C-ECA7-B04871E6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2691C-F8D0-A0E8-F52A-D88F259A05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2798-400D-A1DD-E6DC-91E54A5A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AA25-3923-0740-83DA-275C59DD459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EB80-7480-6FF7-7D02-A8353D95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420514"/>
      </p:ext>
    </p:extLst>
  </p:cSld>
  <p:clrMapOvr>
    <a:masterClrMapping/>
  </p:clrMapOvr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{58EE47DF-A095-49D2-8AFF-7DE13D8995C8}2072efd3-9e25-4cdd-b63c-4f45856e1088-TF04e7500e-8796-4ab9-8c97-6eb5a495ab0a_win32</Template>
  <TotalTime>26</TotalTime>
  <Words>249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Bahnschrift Light</vt:lpstr>
      <vt:lpstr>Circinate</vt:lpstr>
      <vt:lpstr>Серные грозы бернарда</vt:lpstr>
      <vt:lpstr>Планета</vt:lpstr>
      <vt:lpstr>Форма жизни</vt:lpstr>
      <vt:lpstr>Задача проекта</vt:lpstr>
      <vt:lpstr>Архитектура проекта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Nydus Born</dc:creator>
  <cp:lastModifiedBy>Nydus Born</cp:lastModifiedBy>
  <cp:revision>1</cp:revision>
  <dcterms:created xsi:type="dcterms:W3CDTF">2026-09-20T03:58:47Z</dcterms:created>
  <dcterms:modified xsi:type="dcterms:W3CDTF">2026-09-20T04:25:37Z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